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E170-6E90-141A-77AA-87D5CAA91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ACB81-603E-1780-29E4-22FA850D5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D65E7-13B9-F6ED-BCD9-E4CDB016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6DA0-C920-528B-717B-F572491F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4EFC6-1250-75EE-73C3-F63DE58C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38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4B76-B124-CD30-1713-C209A208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BF76-AD3B-2217-68C0-C170FB45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1B6AF-414C-F555-11F6-6EC45CC7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80CF9-EF25-F0EA-79B4-5C8F82B2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715D0-5CCD-4A79-F2DA-045C63D1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38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6F1B-0BB5-FCAD-1117-A4EE53FA0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18A6D-B6F4-6774-6A6D-F21B54E8B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51ED1-19AE-80F5-5AC4-233E3CD9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97543-FEED-644A-7EA7-66593873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A5C0-743E-2787-0FAA-1183961F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80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C5D3-0127-BA60-B449-6FC64F9F9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060B5-89D6-36A8-CDF7-95B94F9AF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DED8A-81BA-59D9-4840-5D2A3AE66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AC046-5C21-0A18-962C-2E58BE1B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B6E08-B57A-E565-9F7F-4110CA46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54A48-202D-CAE9-3642-9475AAE1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3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880A-8E8F-5A0F-4C69-62FDD9AA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F3454-614E-B95A-E55D-3023DF679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85D47-A7AA-6AF2-4EF2-ED65FC931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82E5F-2DEB-0700-B3FD-6BBE31554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9E8FB-23A7-E8B8-EB6A-30DCCE2A0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84BCB-DF4F-F72A-F0F6-A2324A486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75848-6732-DCE6-7594-7452797E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65003-B110-F0A7-4E17-613E62BF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01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A335-9A08-F136-0530-9984650D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0898E-9770-CDCE-669F-5ADD53F8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9F38B-0B97-DD1F-8210-004AEB21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867E0-D0A8-FB11-F987-E4033BE1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20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A71ED-06C1-C58A-8B11-8FE1B694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B2F56-A7C7-81B6-079E-DEE5D44E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FED0B-FA45-1DC9-252D-27C0D60E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05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9221-F2E7-C7B6-BFB1-D4ACC6441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005F-E0B8-9D03-C213-9A8C1C88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DE5E8-6FA8-B7DF-95AB-8FF45308C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4954-E21E-1039-788D-326B4B83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277F5-E58F-9E67-9C86-3F18BE5B1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590FC-53D6-F3C3-0413-89E7E0D2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92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1201-FC54-483D-3399-EE3DF7AA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F06A7-3E08-B6C1-A946-65F32A6E7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EDCE-AB00-8F57-B6F1-A0FA086DE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281E0-4FAD-2704-E8FC-9922711A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63B69-E652-FEC6-CD92-A4E94B83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BCECB-1E8F-41C8-4E21-882CDA03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76DB-5656-0E17-2A30-8B185EB3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D5FB2-FE7C-77CF-99E7-C688E54A1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48C87-516E-6496-4ED4-69EBB416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2D3A2-F25F-654B-085E-8169B492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5C812-85ED-920C-6867-5E84F078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18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80B025-B9FA-1175-8757-2183DE027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C7538-8495-B91E-D775-893186A28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0AED8-0BDC-FFB3-CB45-2D5C16B7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A5FC-60D7-E3DA-BDC9-E941B46E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CC7BB-38CF-6A0E-E939-C61EC75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43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99C78-B803-6B96-327F-25F9DCCA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82B76-4633-0502-32E2-C20B01750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903E-28FC-39D7-C55C-F16C6AC2F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EA8B2-124C-4163-BC89-E542A3CDA47D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0A7BB-96F4-6FC3-A243-07B36B62D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16DB0-B764-4B01-2D8A-0503A00BB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2BF42-475B-4F1E-AAB8-75E1CC3A4A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85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E0DA27-5454-5580-28EE-637E5C598869}"/>
              </a:ext>
            </a:extLst>
          </p:cNvPr>
          <p:cNvSpPr/>
          <p:nvPr/>
        </p:nvSpPr>
        <p:spPr>
          <a:xfrm>
            <a:off x="614313" y="657519"/>
            <a:ext cx="3467493" cy="1878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Menu screens with names and game mode choices 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1player 2 player </a:t>
            </a:r>
          </a:p>
          <a:p>
            <a:pPr algn="ctr"/>
            <a:r>
              <a:rPr lang="en-GB" dirty="0"/>
              <a:t>Easy /medium/ hard </a:t>
            </a:r>
            <a:br>
              <a:rPr lang="en-GB" dirty="0"/>
            </a:b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3DFCF-BCD1-0DF1-8ECE-9BA75339F358}"/>
              </a:ext>
            </a:extLst>
          </p:cNvPr>
          <p:cNvSpPr/>
          <p:nvPr/>
        </p:nvSpPr>
        <p:spPr>
          <a:xfrm>
            <a:off x="4743253" y="719971"/>
            <a:ext cx="1074656" cy="876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Game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702240-ECDE-AB1E-932D-80759D48744C}"/>
              </a:ext>
            </a:extLst>
          </p:cNvPr>
          <p:cNvSpPr/>
          <p:nvPr/>
        </p:nvSpPr>
        <p:spPr>
          <a:xfrm>
            <a:off x="6374093" y="657519"/>
            <a:ext cx="2494961" cy="2200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Game over / you won appears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Return to main menu  </a:t>
            </a:r>
          </a:p>
        </p:txBody>
      </p:sp>
    </p:spTree>
    <p:extLst>
      <p:ext uri="{BB962C8B-B14F-4D97-AF65-F5344CB8AC3E}">
        <p14:creationId xmlns:p14="http://schemas.microsoft.com/office/powerpoint/2010/main" val="109839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054438-3A13-831D-0004-67F4EE3A251C}"/>
              </a:ext>
            </a:extLst>
          </p:cNvPr>
          <p:cNvSpPr/>
          <p:nvPr/>
        </p:nvSpPr>
        <p:spPr>
          <a:xfrm>
            <a:off x="430491" y="329937"/>
            <a:ext cx="1074656" cy="876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33510-4D90-A5F5-EDB6-D9788B8245F7}"/>
              </a:ext>
            </a:extLst>
          </p:cNvPr>
          <p:cNvSpPr/>
          <p:nvPr/>
        </p:nvSpPr>
        <p:spPr>
          <a:xfrm>
            <a:off x="1703108" y="301654"/>
            <a:ext cx="1074656" cy="876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random masks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D7B467-C39D-4001-23EA-F6A43C0A2AF9}"/>
              </a:ext>
            </a:extLst>
          </p:cNvPr>
          <p:cNvSpPr/>
          <p:nvPr/>
        </p:nvSpPr>
        <p:spPr>
          <a:xfrm>
            <a:off x="2991440" y="301654"/>
            <a:ext cx="1074656" cy="1244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Player chooses attack mask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902CB7-5AE3-8E2B-FEE3-2EA9568CA4D0}"/>
              </a:ext>
            </a:extLst>
          </p:cNvPr>
          <p:cNvSpPr/>
          <p:nvPr/>
        </p:nvSpPr>
        <p:spPr>
          <a:xfrm>
            <a:off x="9901291" y="329937"/>
            <a:ext cx="2221579" cy="1536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After fight attack phase </a:t>
            </a:r>
          </a:p>
          <a:p>
            <a:pPr algn="ctr"/>
            <a:r>
              <a:rPr lang="en-GB" dirty="0"/>
              <a:t>If health is zero player wins/looses / ties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6578EB-301E-B968-9AD7-FB4D737D7474}"/>
              </a:ext>
            </a:extLst>
          </p:cNvPr>
          <p:cNvSpPr/>
          <p:nvPr/>
        </p:nvSpPr>
        <p:spPr>
          <a:xfrm>
            <a:off x="5394488" y="301653"/>
            <a:ext cx="1403023" cy="1074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 chooses right after player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21E580-196C-718F-9532-F022A3FD9B4A}"/>
              </a:ext>
            </a:extLst>
          </p:cNvPr>
          <p:cNvSpPr/>
          <p:nvPr/>
        </p:nvSpPr>
        <p:spPr>
          <a:xfrm>
            <a:off x="6938129" y="301654"/>
            <a:ext cx="1187777" cy="8766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Attack</a:t>
            </a:r>
          </a:p>
          <a:p>
            <a:pPr algn="ctr"/>
            <a:r>
              <a:rPr lang="en-GB" dirty="0"/>
              <a:t>happens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797D66-0523-29D3-CAF6-DD1139A4E7ED}"/>
              </a:ext>
            </a:extLst>
          </p:cNvPr>
          <p:cNvSpPr/>
          <p:nvPr/>
        </p:nvSpPr>
        <p:spPr>
          <a:xfrm>
            <a:off x="4234207" y="301653"/>
            <a:ext cx="1074656" cy="1244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Player chooses defence mask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CA0294-DC1F-6F7A-FFD1-C1F3F51FCA8A}"/>
              </a:ext>
            </a:extLst>
          </p:cNvPr>
          <p:cNvSpPr/>
          <p:nvPr/>
        </p:nvSpPr>
        <p:spPr>
          <a:xfrm>
            <a:off x="8272023" y="301653"/>
            <a:ext cx="1480008" cy="1442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Health decrease </a:t>
            </a:r>
            <a:br>
              <a:rPr lang="en-GB" dirty="0"/>
            </a:br>
            <a:r>
              <a:rPr lang="en-GB" dirty="0"/>
              <a:t>total that decreases </a:t>
            </a:r>
          </a:p>
        </p:txBody>
      </p:sp>
    </p:spTree>
    <p:extLst>
      <p:ext uri="{BB962C8B-B14F-4D97-AF65-F5344CB8AC3E}">
        <p14:creationId xmlns:p14="http://schemas.microsoft.com/office/powerpoint/2010/main" val="1275350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Burton, Richard S</dc:creator>
  <cp:lastModifiedBy>Burton, Richard S</cp:lastModifiedBy>
  <cp:revision>1</cp:revision>
  <dcterms:created xsi:type="dcterms:W3CDTF">2026-01-27T15:33:56Z</dcterms:created>
  <dcterms:modified xsi:type="dcterms:W3CDTF">2026-01-27T15:34:41Z</dcterms:modified>
</cp:coreProperties>
</file>